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377" y="2237462"/>
            <a:ext cx="4735902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 e o Acesso de Idosos a Serviços Públicos por Meio de Aplicativos Móveis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Esp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Bruno Gallego Costa</a:t>
            </a:r>
          </a:p>
          <a:p>
            <a:pPr>
              <a:spcBef>
                <a:spcPct val="50000"/>
              </a:spcBef>
            </a:pP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Glebson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Delphino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Gregorio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do Nascimento Junior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João Vitor Andrade Pereira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734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305" y="5042088"/>
            <a:ext cx="42624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digital. Serviços públicos. Terceira idade.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A dificuldade de idosos no uso de aplicativos móveis governamentais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Exclusão digital decorrente da extinção de canais físicos de atendimento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Perda de autonomia e dependência de terceiros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Necessidade de preservar a autonomia e cidadania da terceira idade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Importância de garantir acesso igualitário aos serviços essenciais do Estado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Identificar as principais barreiras de acessibilidade digital enfrentadas pelos idosos no uso de aplicativos móveis de serviços públicos, visando promover a inclusão digital e preservar sua autonomia.</a:t>
            </a:r>
          </a:p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Buscar soluções para a inclusão digital das pessoas de terceira idade.</a:t>
            </a:r>
          </a:p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Melhorar a usabilidade do sistema contribuindo com a inclusão.</a:t>
            </a:r>
          </a:p>
          <a:p>
            <a:pPr marL="285750" indent="-285750"/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É uma abordagem qualitativa, de natureza teórica, sem procedimentos práticos e baseados em referenciais teóricos. 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90722A3-FF13-C376-2C82-516B3410B117}"/>
              </a:ext>
            </a:extLst>
          </p:cNvPr>
          <p:cNvSpPr txBox="1"/>
          <p:nvPr/>
        </p:nvSpPr>
        <p:spPr>
          <a:xfrm>
            <a:off x="279173" y="2305614"/>
            <a:ext cx="6585397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Os aplicativos precisam ser fáceis de usar, com letras maiores, botões visíveis e opções simples para facilitar o acesso dos idosos.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Muitos idosos têm dificuldades para acompanhar as mudanças tecnológicas, principalmente quando os aplicativos são complicados ou não levam em conta suas necessidades.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É importante ajudar os idosos a aprender a usar a tecnologia para que consigam acessar informações e serviços sem depender tanto de outras pessoas.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Os aplicativos devem ter uma organização simples, com instruções claras e funções fáceis de encontrar, evitando que o usuário fique confuso durante o uso.</a:t>
            </a:r>
            <a:endParaRPr lang="pt-BR" sz="20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20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Cada vez mais serviços públicos estão disponíveis pela internet, mas nem todos os idosos conseguem utilizá-los com facilidade. É importante que esses serviços sejam acessíveis a todos.</a:t>
            </a:r>
            <a:endParaRPr lang="pt-BR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As dificuldades dos idosos vêm tanto de aplicativos mal adaptados quanto de órgãos públicos que não seguem as próprias regras de acessibilidade.</a:t>
            </a:r>
          </a:p>
          <a:p>
            <a:pPr marL="285750" indent="-285750"/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Sem acessibilidade, o idoso perde autonomia. Todos os artigos concordam que isso faz com que ele dependa de terceiros.</a:t>
            </a:r>
          </a:p>
          <a:p>
            <a:pPr marL="285750" indent="-285750"/>
            <a:endParaRPr lang="pt-BR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/>
            <a:r>
              <a:rPr lang="pt-BR" sz="1400" dirty="0">
                <a:latin typeface="Verdana" panose="020B0604030504040204" pitchFamily="34" charset="0"/>
                <a:ea typeface="Verdana" panose="020B0604030504040204" pitchFamily="34" charset="0"/>
              </a:rPr>
              <a:t>Limitação da pesquisa. O estudo foi apenas teórico, com 3 artigos. Futuros trabalhos devem fazer testes práticos com os idosos.</a:t>
            </a:r>
            <a:endParaRPr lang="pt-BR" sz="20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MAIA, Ana Paula. Quando a tecnologia exclui: A acessibilidade digital da pessoa idosa. Portal Migalhas, 2026. (Artigo de debate jurídico-social sobre cidadania digital e portais públicos).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DOMINGUES, Natasha Ramos Palma et al. Inclusão digital e participação social de idosos. Estudos Interdisciplinares sobre o Envelhecimento, Porto Alegre, v. 26, n. 1, 2021.</a:t>
            </a:r>
          </a:p>
          <a:p>
            <a:pPr>
              <a:buNone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MÓDOLO, Mariana da Silva; PIZETTA, Igor Henrique; DO CARMO, Lucas Poubel T.; GUIMARÃES, Rafael Silva. Design Inclusivo: Acessibilidade Digital para Idosos em Dispositivos Inteligentes. In: CONGRESSO LATINO-AMERICANO DE SOFTWARE LIVRE E TECNOLOGIAS ABERTAS (LATINOWARE), 21. , 2024, Foz do Iguaçu/PR. Anais [...]. Porto Alegre: Sociedade Brasileira de Computação, 2024 . p. 432-435.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Texto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citação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agradecimentos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 eaLnBrk="1" hangingPunct="1"/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 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informações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importantes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535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GLEBSON JUNIOR</cp:lastModifiedBy>
  <cp:revision>23</cp:revision>
  <dcterms:created xsi:type="dcterms:W3CDTF">2021-05-14T17:32:15Z</dcterms:created>
  <dcterms:modified xsi:type="dcterms:W3CDTF">2026-10-13T23:41:11Z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2026-10-13T19:24:28Z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8f2f6c25-6dd4-4021-94d6-93a0599c6320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
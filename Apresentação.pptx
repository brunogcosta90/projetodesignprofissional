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377" y="2237462"/>
            <a:ext cx="4735902" cy="2400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 e o Acesso de Idosos a Serviços Públicos por Meio de Aplicativos Móveis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Souza, </a:t>
            </a:r>
            <a:r>
              <a:rPr lang="pt-BR" altLang="pt-BR" sz="1200" b="1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Esp</a:t>
            </a: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Bruno Gallego Costa</a:t>
            </a:r>
          </a:p>
          <a:p>
            <a:pPr>
              <a:spcBef>
                <a:spcPct val="50000"/>
              </a:spcBef>
            </a:pP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Glebson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Delphino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Gregorio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do Nascimento Junior</a:t>
            </a: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João Vitor Andrade Pereira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734" y="6026521"/>
            <a:ext cx="30451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Ciência da Computação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305" y="5042088"/>
            <a:ext cx="426243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digital. Serviços públicos. Terceira idade.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A dificuldade de idosos no uso de aplicativos móveis governamentais</a:t>
            </a:r>
          </a:p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Exclusão digital decorrente da extinção de canais físicos de atendimento</a:t>
            </a:r>
          </a:p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Perda de autonomia e dependência de terceiros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Necessidade de preservar a autonomia e cidadania da terceira idade</a:t>
            </a:r>
          </a:p>
          <a:p>
            <a:pPr marL="285750" indent="-285750"/>
            <a:r>
              <a:rPr lang="pt-BR" sz="1400" dirty="0">
                <a:latin typeface="Verdana" pitchFamily="34" charset="0"/>
                <a:ea typeface="Verdana" pitchFamily="34" charset="0"/>
              </a:rPr>
              <a:t>Importância de garantir acesso igualitário aos serviços essenciais do Estado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– OBJETIVO GERAL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– OBJETIVOS ESPECÍFICOS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pt-BR" sz="1800" dirty="0">
                <a:effectLst/>
                <a:latin typeface="Segoe UI" panose="020B0502040204020203" pitchFamily="34" charset="0"/>
              </a:rPr>
              <a:t>É uma abordagem qualitativa, de natureza teórica, sem procedimentos práticos e baseados em referenciais teóricos. </a:t>
            </a:r>
            <a:endParaRPr lang="pt-BR" sz="1800" dirty="0">
              <a:effectLst/>
              <a:latin typeface="Arial" panose="020B0604020202020204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MAIA, Ana Paula. Quando a tecnologia exclui: A acessibilidade digital da pessoa idosa. Portal Migalhas, 2026. (Artigo de debate jurídico-social sobre cidadania digital e portais públicos).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DOMINGUES, Natasha Ramos Palma et al. Inclusão digital e participação social de idosos. Estudos Interdisciplinares sobre o Envelhecimento, Porto Alegre, v. 26, n. 1, 2021.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MÓDOLO, Mariana da Silva; PIZETTA, Igor Henrique; DO CARMO, Lucas Poubel T.; GUIMARÃES, Rafael Silva. Design Inclusivo: Acessibilidade Digital para Idosos em Dispositivos Inteligentes. In: CONGRESSO LATINO-AMERICANO DE SOFTWARE LIVRE E TECNOLOGIAS ABERTAS (LATINOWARE), 21. , 2024, Foz do Iguaçu/PR. Anais [...]. Porto Alegre: Sociedade Brasileira de Computação, 2024 . p. 432-435.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471738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“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Texto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ou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citação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de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agradecimentos</a:t>
            </a:r>
            <a:endParaRPr lang="en-US" altLang="pt-BR" sz="3200" i="1" dirty="0">
              <a:solidFill>
                <a:schemeClr val="bg1"/>
              </a:solidFill>
              <a:latin typeface="Verdana" panose="020B0604030504040204" pitchFamily="34" charset="0"/>
            </a:endParaRPr>
          </a:p>
          <a:p>
            <a:pPr algn="ctr" eaLnBrk="1" hangingPunct="1"/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 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ou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informações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importantes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”</a:t>
            </a:r>
            <a:endParaRPr lang="pt-BR" altLang="pt-BR" sz="3200" dirty="0">
              <a:solidFill>
                <a:srgbClr val="002D55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1097</TotalTime>
  <Words>364</Words>
  <Application>Microsoft Office PowerPoint</Application>
  <PresentationFormat>Widescreen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BRUNO GALLEGO COSTA</cp:lastModifiedBy>
  <cp:revision>22</cp:revision>
  <dcterms:created xsi:type="dcterms:W3CDTF">2021-05-14T17:32:15Z</dcterms:created>
  <dcterms:modified xsi:type="dcterms:W3CDTF">2026-10-13T22:54:43Z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2026-10-13T19:24:28Z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38ae2f02-5710-4e12-80bb-83600c3fdf1e</vt:lpwstr>
  </property>
  <property fmtid="{D5CDD505-2E9C-101B-9397-08002B2CF9AE}" pid="7" name="MSIP_Label_defa4170-0d19-0005-0004-bc88714345d2_ActionId">
    <vt:lpwstr>8f2f6c25-6dd4-4021-94d6-93a0599c6320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